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6985" autoAdjust="0"/>
    <p:restoredTop sz="94662" autoAdjust="0"/>
  </p:normalViewPr>
  <p:slideViewPr>
    <p:cSldViewPr>
      <p:cViewPr>
        <p:scale>
          <a:sx n="66" d="100"/>
          <a:sy n="66" d="100"/>
        </p:scale>
        <p:origin x="-1272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8C60E-E387-4851-BA12-7E78F91EBE22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8B79CF-EE43-4831-B29E-AF236A89E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287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8B79CF-EE43-4831-B29E-AF236A89E29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418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0653B1ED-7522-4008-ABAA-223ABE6565B2}" type="datetime1">
              <a:rPr lang="en-IN" smtClean="0"/>
              <a:t>27-12-2025</a:t>
            </a:fld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3556967-EDEF-4939-AE44-65F2D2985441}" type="slidenum">
              <a:rPr lang="en-IN" smtClean="0"/>
              <a:t>‹#›</a:t>
            </a:fld>
            <a:endParaRPr lang="en-IN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7DB32-4BF5-4A3F-9DF4-7C4B0DB58D65}" type="datetime1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56967-EDEF-4939-AE44-65F2D298544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7DD-F16C-4870-8C81-6D6F02A3C45D}" type="datetime1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56967-EDEF-4939-AE44-65F2D298544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493AD-BD07-4E55-9847-8B4D0BA7B39A}" type="datetime1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56967-EDEF-4939-AE44-65F2D2985441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BE734-56DE-4584-B75E-E834AE634D54}" type="datetime1">
              <a:rPr lang="en-IN" smtClean="0"/>
              <a:t>27-12-2025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56967-EDEF-4939-AE44-65F2D298544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964E4-0591-42AC-9365-A6BA83CC19AC}" type="datetime1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56967-EDEF-4939-AE44-65F2D298544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1C21-76D6-4F37-BB8E-CFD1A8AADCCC}" type="datetime1">
              <a:rPr lang="en-IN" smtClean="0"/>
              <a:t>27-12-2025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56967-EDEF-4939-AE44-65F2D298544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B3E0-6F57-4870-B7CE-11638ECC6D9B}" type="datetime1">
              <a:rPr lang="en-IN" smtClean="0"/>
              <a:t>27-12-2025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56967-EDEF-4939-AE44-65F2D2985441}" type="slidenum">
              <a:rPr lang="en-IN" smtClean="0"/>
              <a:t>‹#›</a:t>
            </a:fld>
            <a:endParaRPr lang="en-IN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E2488-E75A-49C0-A725-A853AF0B7E8A}" type="datetime1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56967-EDEF-4939-AE44-65F2D298544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C0F5-48A7-4DC9-AD18-5F4BEAE2BB42}" type="datetime1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56967-EDEF-4939-AE44-65F2D298544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7AC2-0A7B-43F6-82CE-718F5E53BCAF}" type="datetime1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56967-EDEF-4939-AE44-65F2D298544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14A6F4BC-8267-436A-93DE-EFDF38134ACC}" type="datetime1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13556967-EDEF-4939-AE44-65F2D298544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push dir="u"/>
  </p:transition>
  <p:hf sldNum="0" hdr="0" ftr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79712" y="692696"/>
            <a:ext cx="8964488" cy="2378695"/>
          </a:xfrm>
        </p:spPr>
        <p:txBody>
          <a:bodyPr/>
          <a:lstStyle/>
          <a:p>
            <a:r>
              <a:rPr lang="en-IN" u="sng" dirty="0" smtClean="0">
                <a:solidFill>
                  <a:srgbClr val="FF0000"/>
                </a:solidFill>
                <a:latin typeface="Algerian" pitchFamily="82" charset="0"/>
              </a:rPr>
              <a:t>Python Presentation </a:t>
            </a:r>
            <a:endParaRPr lang="en-IN" u="sng" dirty="0">
              <a:solidFill>
                <a:srgbClr val="FF0000"/>
              </a:solidFill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08" y="6381328"/>
            <a:ext cx="3190076" cy="360040"/>
          </a:xfrm>
        </p:spPr>
        <p:txBody>
          <a:bodyPr>
            <a:normAutofit lnSpcReduction="10000"/>
          </a:bodyPr>
          <a:lstStyle/>
          <a:p>
            <a:r>
              <a:rPr lang="en-IN" b="1" u="sng" dirty="0" smtClean="0"/>
              <a:t>Created by </a:t>
            </a:r>
            <a:r>
              <a:rPr lang="en-IN" b="1" u="sng" dirty="0" err="1"/>
              <a:t>K</a:t>
            </a:r>
            <a:r>
              <a:rPr lang="en-IN" b="1" u="sng" dirty="0" err="1" smtClean="0"/>
              <a:t>ashifuddin</a:t>
            </a:r>
            <a:endParaRPr lang="en-IN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3" t="27320" r="34439" b="6199"/>
          <a:stretch/>
        </p:blipFill>
        <p:spPr>
          <a:xfrm>
            <a:off x="8362641" y="3786"/>
            <a:ext cx="760918" cy="760918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974048" y="6107019"/>
            <a:ext cx="2133600" cy="750981"/>
          </a:xfrm>
        </p:spPr>
        <p:txBody>
          <a:bodyPr/>
          <a:lstStyle/>
          <a:p>
            <a:fld id="{FE708937-02D9-4EB1-942D-9F0ABF1BB7FA}" type="datetime1">
              <a:rPr lang="en-IN" sz="2800" b="1" smtClean="0">
                <a:solidFill>
                  <a:schemeClr val="tx1"/>
                </a:solidFill>
              </a:rPr>
              <a:t>27-12-2025</a:t>
            </a:fld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0865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9256" y="548680"/>
            <a:ext cx="7024744" cy="1143000"/>
          </a:xfrm>
        </p:spPr>
        <p:txBody>
          <a:bodyPr/>
          <a:lstStyle/>
          <a:p>
            <a:r>
              <a:rPr lang="en-IN" u="sng" dirty="0" smtClean="0">
                <a:latin typeface="Arial" pitchFamily="34" charset="0"/>
                <a:cs typeface="Arial" pitchFamily="34" charset="0"/>
              </a:rPr>
              <a:t>Topic</a:t>
            </a:r>
            <a:r>
              <a:rPr lang="en-IN" dirty="0" smtClean="0">
                <a:latin typeface="Arial" pitchFamily="34" charset="0"/>
                <a:cs typeface="Arial" pitchFamily="34" charset="0"/>
              </a:rPr>
              <a:t> :- </a:t>
            </a:r>
            <a:r>
              <a:rPr lang="en-IN" u="sng" dirty="0" smtClean="0">
                <a:latin typeface="Arial" pitchFamily="34" charset="0"/>
                <a:cs typeface="Arial" pitchFamily="34" charset="0"/>
              </a:rPr>
              <a:t>Operators</a:t>
            </a:r>
            <a:r>
              <a:rPr lang="en-IN" dirty="0" smtClean="0">
                <a:latin typeface="Arial" pitchFamily="34" charset="0"/>
                <a:cs typeface="Arial" pitchFamily="34" charset="0"/>
              </a:rPr>
              <a:t> </a:t>
            </a: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2323652"/>
            <a:ext cx="8136904" cy="4201692"/>
          </a:xfrm>
        </p:spPr>
        <p:txBody>
          <a:bodyPr>
            <a:normAutofit/>
          </a:bodyPr>
          <a:lstStyle/>
          <a:p>
            <a:r>
              <a:rPr lang="en-IN" b="1" dirty="0" smtClean="0">
                <a:latin typeface="Agency FB" pitchFamily="34" charset="0"/>
              </a:rPr>
              <a:t>Operators are special symbols that perform operations on variables and values.</a:t>
            </a:r>
          </a:p>
          <a:p>
            <a:endParaRPr lang="en-IN" b="1" dirty="0" smtClean="0">
              <a:latin typeface="Agency FB" pitchFamily="34" charset="0"/>
            </a:endParaRPr>
          </a:p>
          <a:p>
            <a:r>
              <a:rPr lang="en-IN" b="1" dirty="0" smtClean="0">
                <a:latin typeface="Agency FB" pitchFamily="34" charset="0"/>
              </a:rPr>
              <a:t>There are 4 types of operators in python programming.</a:t>
            </a:r>
          </a:p>
          <a:p>
            <a:endParaRPr lang="en-IN" b="1" dirty="0" smtClean="0">
              <a:latin typeface="Agency FB" pitchFamily="34" charset="0"/>
            </a:endParaRPr>
          </a:p>
          <a:p>
            <a:r>
              <a:rPr lang="en-IN" b="1" u="sng" dirty="0" smtClean="0"/>
              <a:t>1 is Arithmetic Operator</a:t>
            </a:r>
          </a:p>
          <a:p>
            <a:r>
              <a:rPr lang="en-IN" b="1" u="sng" dirty="0" smtClean="0"/>
              <a:t>2 is Assigning Operator</a:t>
            </a:r>
          </a:p>
          <a:p>
            <a:r>
              <a:rPr lang="en-IN" b="1" u="sng" dirty="0" smtClean="0"/>
              <a:t>3 is Comparison  Operator </a:t>
            </a:r>
          </a:p>
          <a:p>
            <a:r>
              <a:rPr lang="en-IN" b="1" u="sng" dirty="0" smtClean="0"/>
              <a:t>4 is Logical Operator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3" t="27320" r="34439" b="6199"/>
          <a:stretch/>
        </p:blipFill>
        <p:spPr>
          <a:xfrm>
            <a:off x="8362641" y="3786"/>
            <a:ext cx="760918" cy="760918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08937-02D9-4EB1-942D-9F0ABF1BB7FA}" type="datetime1">
              <a:rPr lang="en-IN" sz="2800" b="1" u="sng">
                <a:solidFill>
                  <a:schemeClr val="tx1"/>
                </a:solidFill>
              </a:rPr>
              <a:pPr/>
              <a:t>27-12-2025</a:t>
            </a:fld>
            <a:endParaRPr lang="en-IN" sz="2800" b="1" u="sng" dirty="0">
              <a:solidFill>
                <a:schemeClr val="tx1"/>
              </a:solidFill>
            </a:endParaRP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598511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7664" y="260648"/>
            <a:ext cx="7024744" cy="1143000"/>
          </a:xfrm>
        </p:spPr>
        <p:txBody>
          <a:bodyPr>
            <a:norm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n-IN" u="sng" dirty="0" smtClean="0"/>
              <a:t>1. Arithmetic Operator.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700808"/>
            <a:ext cx="8136904" cy="4464496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There are 7 types of Arithmetic operator.</a:t>
            </a:r>
          </a:p>
          <a:p>
            <a:r>
              <a:rPr lang="en-IN" dirty="0" smtClean="0"/>
              <a:t>Arithmetical operator are calculating the value of two and more variables.</a:t>
            </a:r>
          </a:p>
          <a:p>
            <a:r>
              <a:rPr lang="en-IN" dirty="0" smtClean="0"/>
              <a:t>1 is Addition we defined it with “ + ” sign </a:t>
            </a:r>
          </a:p>
          <a:p>
            <a:r>
              <a:rPr lang="en-IN" dirty="0" smtClean="0"/>
              <a:t>2 is subtraction we defined it with “ - ” sign</a:t>
            </a:r>
          </a:p>
          <a:p>
            <a:r>
              <a:rPr lang="en-IN" dirty="0" smtClean="0"/>
              <a:t>3 is Multiplication we defined it with “ * ” </a:t>
            </a:r>
          </a:p>
          <a:p>
            <a:r>
              <a:rPr lang="en-IN" dirty="0" smtClean="0"/>
              <a:t>Sign</a:t>
            </a:r>
          </a:p>
          <a:p>
            <a:r>
              <a:rPr lang="en-IN" dirty="0" smtClean="0"/>
              <a:t>4 is Division we defined it with “/” sign </a:t>
            </a:r>
          </a:p>
          <a:p>
            <a:r>
              <a:rPr lang="en-IN" dirty="0" smtClean="0"/>
              <a:t>5 is </a:t>
            </a:r>
            <a:r>
              <a:rPr lang="en-IN" dirty="0" err="1"/>
              <a:t>E</a:t>
            </a:r>
            <a:r>
              <a:rPr lang="en-IN" dirty="0" err="1" smtClean="0"/>
              <a:t>xponantional</a:t>
            </a:r>
            <a:r>
              <a:rPr lang="en-IN" dirty="0" smtClean="0"/>
              <a:t> we defined it with “**” sign </a:t>
            </a:r>
          </a:p>
          <a:p>
            <a:r>
              <a:rPr lang="en-IN" dirty="0" smtClean="0"/>
              <a:t>6 is Flow division “//”</a:t>
            </a:r>
          </a:p>
          <a:p>
            <a:r>
              <a:rPr lang="en-IN" dirty="0" smtClean="0"/>
              <a:t>7 is Mode percentage we defined it with “%” sign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3" t="27320" r="34439" b="6199"/>
          <a:stretch/>
        </p:blipFill>
        <p:spPr>
          <a:xfrm>
            <a:off x="8362641" y="3786"/>
            <a:ext cx="760918" cy="760918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08937-02D9-4EB1-942D-9F0ABF1BB7FA}" type="datetime1">
              <a:rPr lang="en-IN" sz="2800" b="1" u="sng">
                <a:solidFill>
                  <a:schemeClr val="tx1"/>
                </a:solidFill>
              </a:rPr>
              <a:pPr/>
              <a:t>27-12-2025</a:t>
            </a:fld>
            <a:endParaRPr lang="en-IN" sz="2800" b="1" u="sng" dirty="0">
              <a:solidFill>
                <a:schemeClr val="tx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43265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332656"/>
            <a:ext cx="7024744" cy="1143000"/>
          </a:xfrm>
        </p:spPr>
        <p:txBody>
          <a:bodyPr/>
          <a:lstStyle/>
          <a:p>
            <a:pPr marL="571500" indent="-571500">
              <a:buFont typeface="Arial" pitchFamily="34" charset="0"/>
              <a:buChar char="•"/>
            </a:pPr>
            <a:r>
              <a:rPr lang="en-IN" u="sng" dirty="0" smtClean="0"/>
              <a:t>2. Assigning Operator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Assigning operator do two thing first it will assigning the variable and second it is operate  the values.</a:t>
            </a:r>
          </a:p>
          <a:p>
            <a:r>
              <a:rPr lang="en-IN" dirty="0" smtClean="0"/>
              <a:t>Ex :- a = 5</a:t>
            </a:r>
          </a:p>
          <a:p>
            <a:pPr marL="68580" indent="0">
              <a:buNone/>
            </a:pPr>
            <a:r>
              <a:rPr lang="en-IN" dirty="0"/>
              <a:t> </a:t>
            </a:r>
            <a:r>
              <a:rPr lang="en-IN" dirty="0" smtClean="0"/>
              <a:t>           b = 5</a:t>
            </a:r>
          </a:p>
          <a:p>
            <a:pPr marL="68580" indent="0">
              <a:buNone/>
            </a:pPr>
            <a:r>
              <a:rPr lang="en-IN" dirty="0"/>
              <a:t> </a:t>
            </a:r>
            <a:r>
              <a:rPr lang="en-IN" dirty="0" smtClean="0"/>
              <a:t>          a+=b </a:t>
            </a:r>
          </a:p>
          <a:p>
            <a:pPr marL="68580" indent="0">
              <a:buNone/>
            </a:pPr>
            <a:r>
              <a:rPr lang="en-IN" dirty="0" smtClean="0"/>
              <a:t>Output :- a = 10. </a:t>
            </a:r>
          </a:p>
          <a:p>
            <a:pPr marL="68580" indent="0">
              <a:buNone/>
            </a:pPr>
            <a:r>
              <a:rPr lang="en-IN" dirty="0" smtClean="0"/>
              <a:t>Because a=</a:t>
            </a:r>
            <a:r>
              <a:rPr lang="en-IN" dirty="0" err="1" smtClean="0"/>
              <a:t>a+b</a:t>
            </a:r>
            <a:endParaRPr lang="en-IN" dirty="0" smtClean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3" t="27320" r="34439" b="6199"/>
          <a:stretch/>
        </p:blipFill>
        <p:spPr>
          <a:xfrm>
            <a:off x="8362641" y="3786"/>
            <a:ext cx="760918" cy="760918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08937-02D9-4EB1-942D-9F0ABF1BB7FA}" type="datetime1">
              <a:rPr lang="en-IN" sz="2800" b="1" u="sng">
                <a:solidFill>
                  <a:schemeClr val="tx1"/>
                </a:solidFill>
              </a:rPr>
              <a:pPr/>
              <a:t>27-12-2025</a:t>
            </a:fld>
            <a:endParaRPr lang="en-IN" sz="2800" b="1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7681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60648"/>
            <a:ext cx="7024744" cy="1143000"/>
          </a:xfrm>
        </p:spPr>
        <p:txBody>
          <a:bodyPr/>
          <a:lstStyle/>
          <a:p>
            <a:pPr marL="571500" indent="-571500">
              <a:buFont typeface="Arial" pitchFamily="34" charset="0"/>
              <a:buChar char="•"/>
            </a:pPr>
            <a:r>
              <a:rPr lang="en-IN" u="sng" dirty="0" smtClean="0"/>
              <a:t>3.Comparison Operators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628800"/>
            <a:ext cx="8064896" cy="4129684"/>
          </a:xfrm>
        </p:spPr>
        <p:txBody>
          <a:bodyPr>
            <a:normAutofit fontScale="85000" lnSpcReduction="10000"/>
          </a:bodyPr>
          <a:lstStyle/>
          <a:p>
            <a:r>
              <a:rPr lang="en-IN" sz="3600" dirty="0" smtClean="0"/>
              <a:t>There are 5 signs of comparison operators.</a:t>
            </a:r>
          </a:p>
          <a:p>
            <a:r>
              <a:rPr lang="en-IN" sz="3600" dirty="0" smtClean="0"/>
              <a:t>1 is </a:t>
            </a:r>
            <a:r>
              <a:rPr lang="en-IN" sz="3600" u="sng" dirty="0" smtClean="0"/>
              <a:t>&gt;</a:t>
            </a:r>
            <a:r>
              <a:rPr lang="en-IN" sz="3600" dirty="0" smtClean="0"/>
              <a:t> its greater than sign </a:t>
            </a:r>
          </a:p>
          <a:p>
            <a:r>
              <a:rPr lang="en-IN" sz="3600" dirty="0" smtClean="0"/>
              <a:t>2 is </a:t>
            </a:r>
            <a:r>
              <a:rPr lang="en-IN" sz="3600" u="sng" dirty="0" smtClean="0"/>
              <a:t>&lt;  </a:t>
            </a:r>
            <a:r>
              <a:rPr lang="en-IN" sz="3600" dirty="0" smtClean="0"/>
              <a:t>its less than sign</a:t>
            </a:r>
            <a:r>
              <a:rPr lang="en-IN" sz="3600" u="sng" dirty="0" smtClean="0"/>
              <a:t> </a:t>
            </a:r>
          </a:p>
          <a:p>
            <a:r>
              <a:rPr lang="en-IN" sz="3600" dirty="0" smtClean="0"/>
              <a:t>3 is </a:t>
            </a:r>
            <a:r>
              <a:rPr lang="en-IN" sz="3600" u="sng" dirty="0" smtClean="0"/>
              <a:t>&gt;= </a:t>
            </a:r>
            <a:r>
              <a:rPr lang="en-IN" sz="3600" dirty="0" smtClean="0"/>
              <a:t>its shows greater than equals to sign</a:t>
            </a:r>
            <a:r>
              <a:rPr lang="en-IN" sz="3600" u="sng" dirty="0" smtClean="0"/>
              <a:t> </a:t>
            </a:r>
          </a:p>
          <a:p>
            <a:r>
              <a:rPr lang="en-IN" sz="3600" dirty="0" smtClean="0"/>
              <a:t>4 is </a:t>
            </a:r>
            <a:r>
              <a:rPr lang="en-IN" sz="3600" u="sng" dirty="0" smtClean="0"/>
              <a:t>&lt;= </a:t>
            </a:r>
            <a:r>
              <a:rPr lang="en-IN" sz="3600" dirty="0" smtClean="0"/>
              <a:t>its shows less than equals to sign </a:t>
            </a:r>
          </a:p>
          <a:p>
            <a:r>
              <a:rPr lang="en-IN" sz="3600" dirty="0" smtClean="0"/>
              <a:t>5 is </a:t>
            </a:r>
            <a:r>
              <a:rPr lang="en-IN" sz="3600" u="sng" dirty="0" smtClean="0"/>
              <a:t>!=</a:t>
            </a:r>
            <a:r>
              <a:rPr lang="en-IN" sz="3600" dirty="0" smtClean="0"/>
              <a:t> its shows not equal to </a:t>
            </a:r>
            <a:r>
              <a:rPr lang="en-IN" sz="3800" dirty="0" smtClean="0"/>
              <a:t>sign </a:t>
            </a:r>
          </a:p>
          <a:p>
            <a:pPr marL="68580" indent="0">
              <a:buNone/>
            </a:pPr>
            <a:endParaRPr lang="en-IN" sz="38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08937-02D9-4EB1-942D-9F0ABF1BB7FA}" type="datetime1">
              <a:rPr lang="en-IN" sz="2800" b="1" u="sng">
                <a:solidFill>
                  <a:schemeClr val="tx1"/>
                </a:solidFill>
              </a:rPr>
              <a:pPr/>
              <a:t>27-12-2025</a:t>
            </a:fld>
            <a:endParaRPr lang="en-IN" sz="2800" b="1" u="sng" dirty="0">
              <a:solidFill>
                <a:schemeClr val="tx1"/>
              </a:solidFill>
            </a:endParaRPr>
          </a:p>
          <a:p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3" t="27320" r="34439" b="6199"/>
          <a:stretch/>
        </p:blipFill>
        <p:spPr>
          <a:xfrm>
            <a:off x="8362641" y="3786"/>
            <a:ext cx="760918" cy="76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8453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332656"/>
            <a:ext cx="7024744" cy="1143000"/>
          </a:xfrm>
        </p:spPr>
        <p:txBody>
          <a:bodyPr/>
          <a:lstStyle/>
          <a:p>
            <a:pPr marL="571500" indent="-571500">
              <a:buFont typeface="Arial" pitchFamily="34" charset="0"/>
              <a:buChar char="•"/>
            </a:pPr>
            <a:r>
              <a:rPr lang="en-IN" u="sng" dirty="0" smtClean="0"/>
              <a:t>4. Logical Operator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772816"/>
            <a:ext cx="8136904" cy="4608512"/>
          </a:xfrm>
        </p:spPr>
        <p:txBody>
          <a:bodyPr>
            <a:noAutofit/>
          </a:bodyPr>
          <a:lstStyle/>
          <a:p>
            <a:r>
              <a:rPr lang="en-IN" sz="3000" dirty="0" smtClean="0"/>
              <a:t>There three sign of Logical Operator.</a:t>
            </a:r>
          </a:p>
          <a:p>
            <a:r>
              <a:rPr lang="en-IN" sz="3000" dirty="0" smtClean="0"/>
              <a:t>1 is </a:t>
            </a:r>
            <a:r>
              <a:rPr lang="en-IN" sz="3000" u="sng" dirty="0" smtClean="0"/>
              <a:t>AND</a:t>
            </a:r>
            <a:r>
              <a:rPr lang="en-IN" sz="3000" dirty="0" smtClean="0"/>
              <a:t> when all the conditions are right.</a:t>
            </a:r>
          </a:p>
          <a:p>
            <a:r>
              <a:rPr lang="en-IN" sz="3000" dirty="0" smtClean="0"/>
              <a:t>2 is </a:t>
            </a:r>
            <a:r>
              <a:rPr lang="en-IN" sz="3000" u="sng" dirty="0" smtClean="0"/>
              <a:t>OR </a:t>
            </a:r>
            <a:r>
              <a:rPr lang="en-IN" sz="3000" dirty="0" smtClean="0"/>
              <a:t>When anyone to among the all right condition is right. </a:t>
            </a:r>
          </a:p>
          <a:p>
            <a:r>
              <a:rPr lang="en-IN" sz="3000" dirty="0" smtClean="0"/>
              <a:t>3 is</a:t>
            </a:r>
            <a:r>
              <a:rPr lang="en-IN" sz="3000" u="sng" dirty="0" smtClean="0"/>
              <a:t> NOT  </a:t>
            </a:r>
            <a:r>
              <a:rPr lang="en-IN" sz="3000" dirty="0" smtClean="0"/>
              <a:t>is used to changed the value True or False.</a:t>
            </a:r>
          </a:p>
          <a:p>
            <a:r>
              <a:rPr lang="en-IN" sz="3000" u="sng" dirty="0" smtClean="0"/>
              <a:t>Logical operators values always in BOOLEN values.</a:t>
            </a:r>
            <a:endParaRPr lang="en-IN" sz="3000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3" t="27320" r="34439" b="6199"/>
          <a:stretch/>
        </p:blipFill>
        <p:spPr>
          <a:xfrm>
            <a:off x="8362641" y="3786"/>
            <a:ext cx="760918" cy="760918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08937-02D9-4EB1-942D-9F0ABF1BB7FA}" type="datetime1">
              <a:rPr lang="en-IN" sz="2800" b="1" u="sng">
                <a:solidFill>
                  <a:schemeClr val="tx1"/>
                </a:solidFill>
              </a:rPr>
              <a:pPr/>
              <a:t>27-12-2025</a:t>
            </a:fld>
            <a:endParaRPr lang="en-IN" sz="2800" b="1" u="sng" dirty="0">
              <a:solidFill>
                <a:schemeClr val="tx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89958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772816"/>
            <a:ext cx="8136904" cy="2185312"/>
          </a:xfrm>
        </p:spPr>
        <p:txBody>
          <a:bodyPr>
            <a:normAutofit/>
          </a:bodyPr>
          <a:lstStyle/>
          <a:p>
            <a:pPr algn="ctr"/>
            <a:r>
              <a:rPr lang="en-IN" b="1" u="sng" dirty="0" smtClean="0"/>
              <a:t>Thank you Everyone</a:t>
            </a:r>
            <a:endParaRPr lang="en-IN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3" t="27320" r="34439" b="6199"/>
          <a:stretch/>
        </p:blipFill>
        <p:spPr>
          <a:xfrm>
            <a:off x="8362641" y="3786"/>
            <a:ext cx="760918" cy="760918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08937-02D9-4EB1-942D-9F0ABF1BB7FA}" type="datetime1">
              <a:rPr lang="en-IN" sz="2800" b="1" u="sng">
                <a:solidFill>
                  <a:schemeClr val="tx1"/>
                </a:solidFill>
              </a:rPr>
              <a:pPr/>
              <a:t>27-12-2025</a:t>
            </a:fld>
            <a:endParaRPr lang="en-IN" sz="2800" b="1" u="sng" dirty="0">
              <a:solidFill>
                <a:schemeClr val="tx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45182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243</TotalTime>
  <Words>301</Words>
  <Application>Microsoft Office PowerPoint</Application>
  <PresentationFormat>On-screen Show (4:3)</PresentationFormat>
  <Paragraphs>51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Austin</vt:lpstr>
      <vt:lpstr>Python Presentation </vt:lpstr>
      <vt:lpstr>Topic :- Operators </vt:lpstr>
      <vt:lpstr>1. Arithmetic Operator.</vt:lpstr>
      <vt:lpstr>2. Assigning Operator</vt:lpstr>
      <vt:lpstr>3.Comparison Operators</vt:lpstr>
      <vt:lpstr>4. Logical Operator</vt:lpstr>
      <vt:lpstr>Thank you Everyone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Presentation</dc:title>
  <dc:creator>Versatile</dc:creator>
  <cp:lastModifiedBy>Versatile</cp:lastModifiedBy>
  <cp:revision>10</cp:revision>
  <dcterms:created xsi:type="dcterms:W3CDTF">2025-12-27T09:37:04Z</dcterms:created>
  <dcterms:modified xsi:type="dcterms:W3CDTF">2025-12-27T13:40:25Z</dcterms:modified>
</cp:coreProperties>
</file>