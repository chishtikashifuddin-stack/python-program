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65" r:id="rId3"/>
    <p:sldId id="256" r:id="rId4"/>
    <p:sldId id="258" r:id="rId5"/>
    <p:sldId id="264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ad218ffe-53ee-4a1d-be01-ae17f93a7568}">
          <p14:sldIdLst>
            <p14:sldId id="265"/>
            <p14:sldId id="256"/>
            <p14:sldId id="258"/>
            <p14:sldId id="264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34559" autoAdjust="0"/>
    <p:restoredTop sz="86477" autoAdjust="0"/>
  </p:normalViewPr>
  <p:slideViewPr>
    <p:cSldViewPr showGuides="1">
      <p:cViewPr varScale="1">
        <p:scale>
          <a:sx n="74" d="100"/>
          <a:sy n="74" d="100"/>
        </p:scale>
        <p:origin x="-1902" y="-90"/>
      </p:cViewPr>
      <p:guideLst>
        <p:guide orient="horz" pos="2160"/>
        <p:guide pos="2868"/>
      </p:guideLst>
    </p:cSldViewPr>
  </p:slideViewPr>
  <p:outlineViewPr>
    <p:cViewPr>
      <p:scale>
        <a:sx n="33" d="100"/>
        <a:sy n="33" d="100"/>
      </p:scale>
      <p:origin x="222" y="610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3175"/>
            <a:ext cx="9153525" cy="686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125538"/>
            <a:ext cx="6908800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351088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B764379-78AA-4E8B-9963-0E8AC1381F9A}" type="datetime1">
              <a:rPr lang="en-US" smtClean="0"/>
            </a:fld>
            <a:endParaRPr lang="en-IN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r>
              <a:rPr lang="en-IN"/>
              <a:t>python</a:t>
            </a:r>
            <a:endParaRPr lang="en-IN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88C74ADB-49E5-4EE7-A3C0-7AD5DC930D76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B764379-78AA-4E8B-9963-0E8AC1381F9A}" type="datetime1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python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8C74ADB-49E5-4EE7-A3C0-7AD5DC930D76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B764379-78AA-4E8B-9963-0E8AC1381F9A}" type="datetime1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python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8C74ADB-49E5-4EE7-A3C0-7AD5DC930D76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B764379-78AA-4E8B-9963-0E8AC1381F9A}" type="datetime1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python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8C74ADB-49E5-4EE7-A3C0-7AD5DC930D76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B764379-78AA-4E8B-9963-0E8AC1381F9A}" type="datetime1">
              <a:rPr lang="en-US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python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8C74ADB-49E5-4EE7-A3C0-7AD5DC930D76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B764379-78AA-4E8B-9963-0E8AC1381F9A}" type="datetime1">
              <a:rPr lang="en-US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python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8C74ADB-49E5-4EE7-A3C0-7AD5DC930D76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B764379-78AA-4E8B-9963-0E8AC1381F9A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python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8C74ADB-49E5-4EE7-A3C0-7AD5DC930D76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B764379-78AA-4E8B-9963-0E8AC1381F9A}" type="datetime1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python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8C74ADB-49E5-4EE7-A3C0-7AD5DC930D76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B764379-78AA-4E8B-9963-0E8AC1381F9A}" type="datetime1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python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8C74ADB-49E5-4EE7-A3C0-7AD5DC930D76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B764379-78AA-4E8B-9963-0E8AC1381F9A}" type="datetime1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python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8C74ADB-49E5-4EE7-A3C0-7AD5DC930D76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B764379-78AA-4E8B-9963-0E8AC1381F9A}" type="datetime1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python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8C74ADB-49E5-4EE7-A3C0-7AD5DC930D76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64379-78AA-4E8B-9963-0E8AC1381F9A}" type="datetime1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74ADB-49E5-4EE7-A3C0-7AD5DC930D76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48763" cy="686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B764379-78AA-4E8B-9963-0E8AC1381F9A}" type="datetime1">
              <a:rPr lang="en-US" smtClean="0"/>
            </a:fld>
            <a:endParaRPr lang="en-I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r>
              <a:rPr lang="en-IN"/>
              <a:t>python</a:t>
            </a:r>
            <a:endParaRPr lang="en-IN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88C74ADB-49E5-4EE7-A3C0-7AD5DC930D76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 noChangeArrowheads="1"/>
          </p:cNvSpPr>
          <p:nvPr>
            <p:ph type="ctrTitle"/>
          </p:nvPr>
        </p:nvSpPr>
        <p:spPr>
          <a:xfrm>
            <a:off x="71755" y="332740"/>
            <a:ext cx="9029065" cy="1991995"/>
          </a:xfrm>
        </p:spPr>
        <p:txBody>
          <a:bodyPr/>
          <a:p>
            <a:pPr algn="ctr"/>
            <a:r>
              <a:rPr lang="en-IN" altLang="en-GB" sz="4000" b="1" u="sng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cs typeface="Algerian" panose="04020705040A02060702" pitchFamily="82" charset="0"/>
              </a:rPr>
              <a:t>python project presention </a:t>
            </a:r>
            <a:endParaRPr lang="en-IN" altLang="en-GB" sz="4000" b="1" u="sng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  <a:cs typeface="Algerian" panose="04020705040A02060702" pitchFamily="82" charset="0"/>
            </a:endParaRPr>
          </a:p>
        </p:txBody>
      </p:sp>
      <p:sp>
        <p:nvSpPr>
          <p:cNvPr id="8" name="Subtitle 7"/>
          <p:cNvSpPr>
            <a:spLocks noGrp="1" noChangeArrowheads="1"/>
          </p:cNvSpPr>
          <p:nvPr>
            <p:ph type="subTitle" idx="1"/>
          </p:nvPr>
        </p:nvSpPr>
        <p:spPr>
          <a:xfrm>
            <a:off x="3491865" y="2205355"/>
            <a:ext cx="3326130" cy="1752600"/>
          </a:xfrm>
        </p:spPr>
        <p:txBody>
          <a:bodyPr/>
          <a:p>
            <a:r>
              <a:rPr lang="en-IN" altLang="en-GB" b="1">
                <a:solidFill>
                  <a:srgbClr val="FF0000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 </a:t>
            </a:r>
            <a:endParaRPr lang="en-IN" altLang="en-GB" b="1">
              <a:solidFill>
                <a:srgbClr val="FF0000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p>
            <a:fld id="{6B764379-78AA-4E8B-9963-0E8AC1381F9A}" type="datetime1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p>
            <a:r>
              <a:rPr lang="en-IN"/>
              <a:t>python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88C74ADB-49E5-4EE7-A3C0-7AD5DC930D76}" type="slidenum">
              <a:rPr lang="en-IN" smtClean="0"/>
            </a:fld>
            <a:endParaRPr lang="en-IN"/>
          </a:p>
        </p:txBody>
      </p:sp>
      <p:sp>
        <p:nvSpPr>
          <p:cNvPr id="12" name="Text Box 11"/>
          <p:cNvSpPr txBox="1"/>
          <p:nvPr/>
        </p:nvSpPr>
        <p:spPr>
          <a:xfrm>
            <a:off x="-108585" y="5877560"/>
            <a:ext cx="43160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solidFill>
                  <a:srgbClr val="00B050"/>
                </a:solidFill>
                <a:latin typeface="Algerian" panose="04020705040A02060702" pitchFamily="82" charset="0"/>
                <a:cs typeface="Algerian" panose="04020705040A02060702" pitchFamily="82" charset="0"/>
                <a:sym typeface="+mn-ea"/>
              </a:rPr>
              <a:t>Created by:- KASHIFUDDIN </a:t>
            </a:r>
            <a:endParaRPr lang="en-IN" altLang="en-US" sz="2000" dirty="0" smtClean="0">
              <a:solidFill>
                <a:srgbClr val="00B050"/>
              </a:solidFill>
              <a:latin typeface="Algerian" panose="04020705040A02060702" pitchFamily="82" charset="0"/>
              <a:cs typeface="Algerian" panose="04020705040A02060702" pitchFamily="82" charset="0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131685" y="200215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IN" alt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sz="4800" u="sng" dirty="0" smtClean="0">
                <a:solidFill>
                  <a:srgbClr val="0070C0"/>
                </a:solidFill>
                <a:latin typeface="Algerian" panose="04020705040A02060702" pitchFamily="82" charset="0"/>
              </a:rPr>
              <a:t>log in project</a:t>
            </a:r>
            <a:endParaRPr lang="en-IN" sz="4800" u="sng" dirty="0" smtClean="0">
              <a:solidFill>
                <a:srgbClr val="0070C0"/>
              </a:solidFill>
            </a:endParaRPr>
          </a:p>
        </p:txBody>
      </p:sp>
      <p:pic>
        <p:nvPicPr>
          <p:cNvPr id="4" name="Picture 3" descr="Screenshot (1)"/>
          <p:cNvPicPr>
            <a:picLocks noChangeAspect="1"/>
          </p:cNvPicPr>
          <p:nvPr/>
        </p:nvPicPr>
        <p:blipFill>
          <a:blip r:embed="rId1"/>
          <a:srcRect l="27908" t="26336" r="34595" b="6966"/>
          <a:stretch>
            <a:fillRect/>
          </a:stretch>
        </p:blipFill>
        <p:spPr>
          <a:xfrm>
            <a:off x="8315960" y="116840"/>
            <a:ext cx="654050" cy="65405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B764379-78AA-4E8B-9963-0E8AC1381F9A}" type="datetime1">
              <a:rPr lang="en-US" smtClean="0"/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8C74ADB-49E5-4EE7-A3C0-7AD5DC930D76}" type="slidenum">
              <a:rPr lang="en-IN" smtClean="0"/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python</a:t>
            </a:r>
            <a:endParaRPr lang="en-IN"/>
          </a:p>
        </p:txBody>
      </p:sp>
      <p:sp>
        <p:nvSpPr>
          <p:cNvPr id="14" name="Text Box 13"/>
          <p:cNvSpPr txBox="1"/>
          <p:nvPr/>
        </p:nvSpPr>
        <p:spPr>
          <a:xfrm>
            <a:off x="-180340" y="1844675"/>
            <a:ext cx="9348470" cy="7179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IN" altLang="en-GB" sz="4800" b="1">
                <a:latin typeface="Arial Rounded MT Bold" panose="020F0704030504030204" charset="0"/>
                <a:cs typeface="Arial Rounded MT Bold" panose="020F0704030504030204" charset="0"/>
              </a:rPr>
              <a:t>My project is on </a:t>
            </a:r>
            <a:r>
              <a:rPr lang="en-IN" altLang="en-GB" sz="4800" b="1">
                <a:latin typeface="Arial Rounded MT Bold" panose="020F0704030504030204" charset="0"/>
                <a:cs typeface="Arial Rounded MT Bold" panose="020F0704030504030204" charset="0"/>
                <a:sym typeface="+mn-ea"/>
              </a:rPr>
              <a:t>user </a:t>
            </a:r>
            <a:r>
              <a:rPr lang="en-IN" altLang="en-GB" sz="4800" b="1">
                <a:latin typeface="Arial Rounded MT Bold" panose="020F0704030504030204" charset="0"/>
                <a:cs typeface="Arial Rounded MT Bold" panose="020F0704030504030204" charset="0"/>
              </a:rPr>
              <a:t>login with  id and password and how can </a:t>
            </a:r>
            <a:endParaRPr lang="en-IN" altLang="en-GB" sz="4800" b="1">
              <a:latin typeface="Arial Rounded MT Bold" panose="020F0704030504030204" charset="0"/>
              <a:cs typeface="Arial Rounded MT Bold" panose="020F0704030504030204" charset="0"/>
            </a:endParaRPr>
          </a:p>
          <a:p>
            <a:pPr algn="ctr"/>
            <a:r>
              <a:rPr lang="en-IN" altLang="en-GB" sz="4800" b="1">
                <a:latin typeface="Arial Rounded MT Bold" panose="020F0704030504030204" charset="0"/>
                <a:cs typeface="Arial Rounded MT Bold" panose="020F0704030504030204" charset="0"/>
              </a:rPr>
              <a:t>I check the password and username.</a:t>
            </a:r>
            <a:r>
              <a:rPr lang="en-IN" altLang="en-GB" sz="4400" b="1">
                <a:latin typeface="Arial Rounded MT Bold" panose="020F0704030504030204" charset="0"/>
                <a:cs typeface="Arial Rounded MT Bold" panose="020F0704030504030204" charset="0"/>
              </a:rPr>
              <a:t> </a:t>
            </a:r>
            <a:endParaRPr lang="en-IN" altLang="en-GB" sz="4400" b="1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000" u="sng" dirty="0">
                <a:solidFill>
                  <a:srgbClr val="0070C0"/>
                </a:solidFill>
                <a:latin typeface="Algerian" panose="04020705040A02060702" pitchFamily="82" charset="0"/>
                <a:cs typeface="Algerian" panose="04020705040A02060702" pitchFamily="82" charset="0"/>
              </a:rPr>
              <a:t>this is my code </a:t>
            </a:r>
            <a:endParaRPr lang="en-IN" sz="4000" u="sng" dirty="0">
              <a:solidFill>
                <a:srgbClr val="0070C0"/>
              </a:solidFill>
              <a:latin typeface="Algerian" panose="04020705040A02060702" pitchFamily="82" charset="0"/>
              <a:cs typeface="Algerian" panose="04020705040A02060702" pitchFamily="82" charset="0"/>
            </a:endParaRPr>
          </a:p>
        </p:txBody>
      </p:sp>
      <p:pic>
        <p:nvPicPr>
          <p:cNvPr id="4" name="Picture 3" descr="Screenshot (1)"/>
          <p:cNvPicPr>
            <a:picLocks noChangeAspect="1"/>
          </p:cNvPicPr>
          <p:nvPr/>
        </p:nvPicPr>
        <p:blipFill>
          <a:blip r:embed="rId1"/>
          <a:srcRect l="27908" t="26336" r="34595" b="6966"/>
          <a:stretch>
            <a:fillRect/>
          </a:stretch>
        </p:blipFill>
        <p:spPr>
          <a:xfrm>
            <a:off x="8315960" y="116840"/>
            <a:ext cx="654050" cy="65405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B764379-78AA-4E8B-9963-0E8AC1381F9A}" type="datetime1">
              <a:rPr lang="en-US" smtClean="0"/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8C74ADB-49E5-4EE7-A3C0-7AD5DC930D76}" type="slidenum">
              <a:rPr lang="en-IN" smtClean="0"/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python</a:t>
            </a:r>
            <a:endParaRPr lang="en-IN"/>
          </a:p>
        </p:txBody>
      </p:sp>
      <p:pic>
        <p:nvPicPr>
          <p:cNvPr id="9" name="Picture 8" descr="Screenshot (4)"/>
          <p:cNvPicPr>
            <a:picLocks noChangeAspect="1"/>
          </p:cNvPicPr>
          <p:nvPr/>
        </p:nvPicPr>
        <p:blipFill>
          <a:blip r:embed="rId2"/>
          <a:srcRect l="1973" t="11934" r="3158" b="31528"/>
          <a:stretch>
            <a:fillRect/>
          </a:stretch>
        </p:blipFill>
        <p:spPr>
          <a:xfrm>
            <a:off x="19685" y="892175"/>
            <a:ext cx="9128760" cy="304101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107315" y="4004945"/>
            <a:ext cx="889063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IN" altLang="en-GB" sz="2400" b="1">
                <a:ln w="3175">
                  <a:noFill/>
                </a:ln>
                <a:solidFill>
                  <a:schemeClr val="tx1"/>
                </a:solidFill>
                <a:latin typeface="Algerian" panose="04020705040A02060702" pitchFamily="82" charset="0"/>
                <a:cs typeface="Algerian" panose="04020705040A02060702" pitchFamily="82" charset="0"/>
              </a:rPr>
              <a:t>this is my code and i used  4 input </a:t>
            </a:r>
            <a:r>
              <a:rPr lang="en-IN" altLang="en-GB" sz="2400" b="1">
                <a:ln w="3175">
                  <a:noFill/>
                </a:ln>
                <a:latin typeface="Algerian" panose="04020705040A02060702" pitchFamily="82" charset="0"/>
                <a:cs typeface="Algerian" panose="04020705040A02060702" pitchFamily="82" charset="0"/>
                <a:sym typeface="+mn-ea"/>
              </a:rPr>
              <a:t>in it and a </a:t>
            </a:r>
            <a:r>
              <a:rPr lang="en-IN" altLang="en-GB" sz="2400" b="1">
                <a:ln w="3175">
                  <a:noFill/>
                </a:ln>
                <a:solidFill>
                  <a:schemeClr val="tx1"/>
                </a:solidFill>
                <a:latin typeface="Algerian" panose="04020705040A02060702" pitchFamily="82" charset="0"/>
                <a:cs typeface="Algerian" panose="04020705040A02060702" pitchFamily="82" charset="0"/>
              </a:rPr>
              <a:t>(for loop) and (if-else) function to checked the password and user id and we can checked user id password 20 times from input</a:t>
            </a:r>
            <a:endParaRPr lang="en-IN" altLang="en-GB" sz="2400" b="1">
              <a:ln w="3175">
                <a:noFill/>
              </a:ln>
              <a:solidFill>
                <a:schemeClr val="tx1"/>
              </a:solidFill>
              <a:latin typeface="Algerian" panose="04020705040A02060702" pitchFamily="82" charset="0"/>
              <a:cs typeface="Algerian" panose="04020705040A02060702" pitchFamily="82" charset="0"/>
            </a:endParaRP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IN" altLang="en-GB" sz="2400" b="1">
                <a:ln w="3175">
                  <a:noFill/>
                </a:ln>
                <a:solidFill>
                  <a:schemeClr val="tx1"/>
                </a:solidFill>
                <a:latin typeface="Algerian" panose="04020705040A02060702" pitchFamily="82" charset="0"/>
                <a:cs typeface="Algerian" panose="04020705040A02060702" pitchFamily="82" charset="0"/>
              </a:rPr>
              <a:t> i used (for loop) to show 1 particular condition for 20 times . </a:t>
            </a:r>
            <a:endParaRPr lang="en-IN" altLang="en-GB" sz="2400" b="1">
              <a:ln w="3175">
                <a:noFill/>
              </a:ln>
              <a:solidFill>
                <a:schemeClr val="tx1"/>
              </a:solidFill>
              <a:latin typeface="Algerian" panose="04020705040A02060702" pitchFamily="82" charset="0"/>
              <a:cs typeface="Algerian" panose="04020705040A02060702" pitchFamily="8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70" y="332740"/>
            <a:ext cx="8229600" cy="58261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800" u="sng" dirty="0" smtClean="0">
                <a:solidFill>
                  <a:srgbClr val="0070C0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This is what my output was came </a:t>
            </a:r>
            <a:endParaRPr lang="en-IN" sz="4800" u="sng" dirty="0" smtClean="0">
              <a:solidFill>
                <a:srgbClr val="0070C0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0" y="5516880"/>
            <a:ext cx="3900170" cy="509905"/>
          </a:xfrm>
        </p:spPr>
        <p:txBody>
          <a:bodyPr>
            <a:normAutofit/>
          </a:bodyPr>
          <a:lstStyle/>
          <a:p>
            <a:r>
              <a:rPr lang="en-IN" sz="2000" dirty="0" smtClean="0">
                <a:solidFill>
                  <a:srgbClr val="00B050"/>
                </a:solidFill>
                <a:latin typeface="Algerian" panose="04020705040A02060702" pitchFamily="82" charset="0"/>
                <a:cs typeface="Algerian" panose="04020705040A02060702" pitchFamily="82" charset="0"/>
              </a:rPr>
              <a:t>Created by:- KASHIFUDDIN </a:t>
            </a:r>
            <a:endParaRPr lang="en-IN" sz="2000" dirty="0">
              <a:solidFill>
                <a:srgbClr val="00B050"/>
              </a:solidFill>
              <a:latin typeface="Algerian" panose="04020705040A02060702" pitchFamily="82" charset="0"/>
              <a:cs typeface="Algerian" panose="04020705040A02060702" pitchFamily="82" charset="0"/>
            </a:endParaRPr>
          </a:p>
        </p:txBody>
      </p:sp>
      <p:pic>
        <p:nvPicPr>
          <p:cNvPr id="4" name="Picture 3" descr="Screenshot (1)"/>
          <p:cNvPicPr>
            <a:picLocks noChangeAspect="1"/>
          </p:cNvPicPr>
          <p:nvPr/>
        </p:nvPicPr>
        <p:blipFill>
          <a:blip r:embed="rId1"/>
          <a:srcRect l="27908" t="26336" r="34595" b="6966"/>
          <a:stretch>
            <a:fillRect/>
          </a:stretch>
        </p:blipFill>
        <p:spPr>
          <a:xfrm>
            <a:off x="8315960" y="116840"/>
            <a:ext cx="654050" cy="65405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B764379-78AA-4E8B-9963-0E8AC1381F9A}" type="datetime1">
              <a:rPr lang="en-US" smtClean="0"/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8C74ADB-49E5-4EE7-A3C0-7AD5DC930D76}" type="slidenum">
              <a:rPr lang="en-IN" smtClean="0"/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python</a:t>
            </a:r>
            <a:endParaRPr lang="en-IN"/>
          </a:p>
        </p:txBody>
      </p:sp>
      <p:sp>
        <p:nvSpPr>
          <p:cNvPr id="14" name="Text Box 13"/>
          <p:cNvSpPr txBox="1"/>
          <p:nvPr/>
        </p:nvSpPr>
        <p:spPr>
          <a:xfrm>
            <a:off x="827405" y="1539875"/>
            <a:ext cx="7718425" cy="4248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endParaRPr lang="en-IN" altLang="en-GB" sz="440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pic>
        <p:nvPicPr>
          <p:cNvPr id="8" name="Picture 7" descr="Screenshot (6)"/>
          <p:cNvPicPr>
            <a:picLocks noChangeAspect="1"/>
          </p:cNvPicPr>
          <p:nvPr/>
        </p:nvPicPr>
        <p:blipFill>
          <a:blip r:embed="rId2"/>
          <a:srcRect t="47196" r="75201" b="24790"/>
          <a:stretch>
            <a:fillRect/>
          </a:stretch>
        </p:blipFill>
        <p:spPr>
          <a:xfrm>
            <a:off x="0" y="1340485"/>
            <a:ext cx="9093835" cy="4822825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H="1">
            <a:off x="4909820" y="3500755"/>
            <a:ext cx="1440180" cy="504190"/>
          </a:xfrm>
          <a:prstGeom prst="straightConnector1">
            <a:avLst/>
          </a:prstGeom>
          <a:ln w="76200" cap="rnd" cmpd="sng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3900170" y="1628775"/>
            <a:ext cx="1859280" cy="647700"/>
          </a:xfrm>
          <a:prstGeom prst="straightConnector1">
            <a:avLst/>
          </a:prstGeom>
          <a:ln w="76200" cap="rnd" cmpd="sng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5220335" y="2420620"/>
            <a:ext cx="1296035" cy="431800"/>
          </a:xfrm>
          <a:prstGeom prst="straightConnector1">
            <a:avLst/>
          </a:prstGeom>
          <a:ln w="76200" cap="rnd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763395" y="260350"/>
            <a:ext cx="70148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GB" sz="3200" u="sng">
                <a:latin typeface="Arial Black" panose="020B0A04020102020204" pitchFamily="34" charset="0"/>
                <a:cs typeface="Arial Black" panose="020B0A04020102020204" pitchFamily="34" charset="0"/>
              </a:rPr>
              <a:t>Thank You </a:t>
            </a:r>
            <a:r>
              <a:rPr lang="en-IN" altLang="en-GB" sz="3200" u="sng">
                <a:latin typeface="Arial Black" panose="020B0A04020102020204" pitchFamily="34" charset="0"/>
                <a:cs typeface="Arial Black" panose="020B0A04020102020204" pitchFamily="34" charset="0"/>
              </a:rPr>
              <a:t>Everyone </a:t>
            </a:r>
            <a:endParaRPr lang="en-IN" altLang="en-GB" sz="3200" u="sng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B764379-78AA-4E8B-9963-0E8AC1381F9A}" type="datetime1">
              <a:rPr lang="en-US" smtClean="0"/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8C74ADB-49E5-4EE7-A3C0-7AD5DC930D76}" type="slidenum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python</a:t>
            </a:r>
            <a:endParaRPr lang="en-IN"/>
          </a:p>
        </p:txBody>
      </p:sp>
      <p:pic>
        <p:nvPicPr>
          <p:cNvPr id="6" name="Picture 5" descr="Screenshot (1)"/>
          <p:cNvPicPr>
            <a:picLocks noChangeAspect="1"/>
          </p:cNvPicPr>
          <p:nvPr/>
        </p:nvPicPr>
        <p:blipFill>
          <a:blip r:embed="rId1"/>
          <a:srcRect l="27908" t="26336" r="34595" b="6966"/>
          <a:stretch>
            <a:fillRect/>
          </a:stretch>
        </p:blipFill>
        <p:spPr>
          <a:xfrm>
            <a:off x="8315960" y="116840"/>
            <a:ext cx="654050" cy="654050"/>
          </a:xfrm>
          <a:prstGeom prst="rect">
            <a:avLst/>
          </a:prstGeom>
        </p:spPr>
      </p:pic>
      <p:pic>
        <p:nvPicPr>
          <p:cNvPr id="7" name="Picture 6" descr="Screenshot (5)"/>
          <p:cNvPicPr>
            <a:picLocks noChangeAspect="1"/>
          </p:cNvPicPr>
          <p:nvPr/>
        </p:nvPicPr>
        <p:blipFill>
          <a:blip r:embed="rId2"/>
          <a:srcRect l="19285" t="26186" r="29528" b="22196"/>
          <a:stretch>
            <a:fillRect/>
          </a:stretch>
        </p:blipFill>
        <p:spPr>
          <a:xfrm>
            <a:off x="179070" y="1484630"/>
            <a:ext cx="8914765" cy="46761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Data Pie Charts">
  <a:themeElements>
    <a:clrScheme name="Data Pie Chart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Data Pie Chart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Data Pie Char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0</TotalTime>
  <Words>533</Words>
  <Application>WPS Presentation</Application>
  <PresentationFormat>On-screen Show (4:3)</PresentationFormat>
  <Paragraphs>52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SimSun</vt:lpstr>
      <vt:lpstr>Wingdings</vt:lpstr>
      <vt:lpstr>Algerian</vt:lpstr>
      <vt:lpstr>Arial Black</vt:lpstr>
      <vt:lpstr>Arial Rounded MT Bold</vt:lpstr>
      <vt:lpstr>Microsoft YaHei</vt:lpstr>
      <vt:lpstr>Arial Unicode MS</vt:lpstr>
      <vt:lpstr>Calibri</vt:lpstr>
      <vt:lpstr>1_Data Pie Charts</vt:lpstr>
      <vt:lpstr>python project presention </vt:lpstr>
      <vt:lpstr>log in project</vt:lpstr>
      <vt:lpstr>this is my code </vt:lpstr>
      <vt:lpstr>This is what my output was came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Presentation</dc:title>
  <dc:creator>Versatile</dc:creator>
  <cp:lastModifiedBy>Gaurav Gawli</cp:lastModifiedBy>
  <cp:revision>16</cp:revision>
  <dcterms:created xsi:type="dcterms:W3CDTF">2025-11-11T12:06:00Z</dcterms:created>
  <dcterms:modified xsi:type="dcterms:W3CDTF">2025-11-29T13:54:52Z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B15E36536BD04B6DAAE3D50B2CB8A573_12</vt:lpwstr>
  </property>
  <property fmtid="{D5CDD505-2E9C-101B-9397-08002B2CF9AE}" pid="3" name="KSOProductBuildVer">
    <vt:lpwstr>2057-12.2.0.23155</vt:lpwstr>
  </property>
</Properties>
</file>